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9C6B67-0BFA-B100-3810-AA3FA63BA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050D653-B398-8D3B-BE08-6A0220020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0E7BB8-A40B-24AD-4989-06E85C476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5AB2-D8AA-4A8B-8519-2BD8565F83A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B3F2FF-FF19-1B4A-19D1-909F7DFD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82D428-CD2C-ACDA-EEEE-6A69A424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6A74-C956-431E-B7DD-20CDA5BAB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29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15ABD4-4F90-1AFF-3381-D2AFAC967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5924C4-D250-C1E3-28DD-4CB0A7306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8ED5AC-7B44-9D0C-4366-EDCA6CC5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5AB2-D8AA-4A8B-8519-2BD8565F83A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BEF580-67A7-0B14-C49B-673F3ADA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12C445-B976-379C-9DBD-D63E5A2B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6A74-C956-431E-B7DD-20CDA5BAB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70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87D8A1-1960-03CE-360F-C589F837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06C716-F8AC-41A9-0F0D-506C39D1E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A7E50C-ECB7-87ED-F7C0-CE3B74429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5AB2-D8AA-4A8B-8519-2BD8565F83A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CD0923-DC3B-A1FA-F7AB-93A89566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A1FEA3-4B04-EA73-CD65-24B281F3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6A74-C956-431E-B7DD-20CDA5BAB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282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3797EE-1F1E-1848-76D0-D83215DC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E4F87C-6DA4-2672-4FA5-3E87AF6240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80BA68-1ADF-2052-CB11-005DAEA39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4BBF7F-3AAE-E19A-005C-74233E4A2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5AB2-D8AA-4A8B-8519-2BD8565F83A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09A0E4-CCF3-8F7F-E673-E7F5C4714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B517A3-DE6E-FAA4-8B8D-61BE15BFB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6A74-C956-431E-B7DD-20CDA5BAB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524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4DD66A-7055-D9D1-2246-DCCC9C25A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90A8A0-B88B-085E-94BD-65A723B8F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1711B9C-CAC7-EB7D-0126-E87FD7283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AB03EE2-6CFC-BB6E-4CD9-2E162767B8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8766E1-C011-7AC9-D878-D73EB3AFF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59E02BD-0DDD-15F9-F949-7CDECD444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5AB2-D8AA-4A8B-8519-2BD8565F83A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9224D0C-D4FC-4D43-00F7-C7D4EA22D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FF567FB-76D3-369D-4E89-046116396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6A74-C956-431E-B7DD-20CDA5BAB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11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A812EB-A976-05CE-E222-342A0974A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5A5D7ED-5397-5CB3-BF05-371FECD88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5AB2-D8AA-4A8B-8519-2BD8565F83A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AEFA4A3-1642-4EB0-2D64-522E38E6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AE840B8-FD81-EB46-3860-B8A516995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6A74-C956-431E-B7DD-20CDA5BAB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85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DFD81BD-823F-9F11-AE95-30A37BB80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5AB2-D8AA-4A8B-8519-2BD8565F83A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82CAFC8-AEF6-0A18-0472-34A03A4DF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0657B72-91D7-5349-31E8-D0E32603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6A74-C956-431E-B7DD-20CDA5BAB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8535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C6CB6F-CB0D-F563-D983-815ADC97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91FB67-7DF1-0FF7-344C-E003A8E94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155EDB-5A19-7D1B-DC58-4C1BDE1A3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D4BB61-40EB-D19C-43FF-559A90D46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5AB2-D8AA-4A8B-8519-2BD8565F83A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5996F6-8F56-84A6-1CBB-C60BE517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220800-795D-12DF-A51B-FC2A2DE36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6A74-C956-431E-B7DD-20CDA5BAB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5002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F1A04E-7711-FA3E-750B-B17DA09E8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B6E6A98-A4FF-F82D-9BF3-3D6427C5A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27D43D0-762F-5F0A-BB95-FFE8E1590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535CD2-092D-2FD4-AD5E-0B5ED4934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5AB2-D8AA-4A8B-8519-2BD8565F83A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3E4362-63E9-1C83-C60F-803BC8318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809148-4DA3-C7D4-5BBD-67005747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6A74-C956-431E-B7DD-20CDA5BAB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64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0EE9AB-5249-286C-8CA6-FD39DE2F9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36D24F2-4BC4-877D-50B3-683EEDA47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802CE2-37AE-A45B-895E-E3B6D1C40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5AB2-D8AA-4A8B-8519-2BD8565F83A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EBA34B-DCEC-220C-F951-0E5F1468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462A6C-9323-CCF6-34C7-31A137B21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6A74-C956-431E-B7DD-20CDA5BAB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9783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54AC7FA-260B-1630-A431-1F8EFC1DA7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B7B53B7-1CDD-8C6A-36ED-FFA7B35DC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0DEC54-3FB2-47B7-396B-AC2CB4B3A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5AB2-D8AA-4A8B-8519-2BD8565F83A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505C93-86AF-C060-034D-2096015A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578C5C-CA8E-144B-8329-F0148950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6A74-C956-431E-B7DD-20CDA5BAB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070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D278C4D-27F5-999D-8FC4-A75E341CC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075D90-9BC6-0955-53BE-C292AE5A9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44CC51-92E5-822B-8488-8DB24AA7D0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E5AB2-D8AA-4A8B-8519-2BD8565F83A6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EEB161-CEA5-07C5-F203-6DEBDF7EA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A78E3E-B719-E07F-5446-162471D89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46A74-C956-431E-B7DD-20CDA5BAB3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368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8FAA9F-B1A5-3AFC-35D7-212F8DF7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AB265E4-3AAF-DBC7-164E-A55911CC0B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47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49F4A73-C86E-A5A6-87E7-8EE0EA459F3B}"/>
              </a:ext>
            </a:extLst>
          </p:cNvPr>
          <p:cNvSpPr/>
          <p:nvPr/>
        </p:nvSpPr>
        <p:spPr>
          <a:xfrm>
            <a:off x="1187115" y="2017295"/>
            <a:ext cx="2261937" cy="1411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①議事録入力</a:t>
            </a:r>
            <a:endParaRPr lang="en-US" altLang="ja-JP" dirty="0"/>
          </a:p>
          <a:p>
            <a:pPr algn="ctr"/>
            <a:r>
              <a:rPr lang="en-US" altLang="ja-JP" dirty="0"/>
              <a:t>(JSON</a:t>
            </a:r>
            <a:r>
              <a:rPr lang="ja-JP" altLang="en-US" dirty="0"/>
              <a:t>ファイル</a:t>
            </a:r>
            <a:r>
              <a:rPr lang="en-US" altLang="ja-JP" dirty="0"/>
              <a:t>)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D4B8623-EDCE-028E-A030-0D3E11BF7BF8}"/>
              </a:ext>
            </a:extLst>
          </p:cNvPr>
          <p:cNvSpPr/>
          <p:nvPr/>
        </p:nvSpPr>
        <p:spPr>
          <a:xfrm>
            <a:off x="3601452" y="2017294"/>
            <a:ext cx="3152273" cy="14076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②</a:t>
            </a:r>
            <a:r>
              <a:rPr lang="en-US" altLang="ja-JP" dirty="0"/>
              <a:t>LLM</a:t>
            </a:r>
            <a:r>
              <a:rPr lang="ja-JP" altLang="en-US" dirty="0"/>
              <a:t>分類</a:t>
            </a:r>
            <a:r>
              <a:rPr lang="en-US" altLang="ja-JP" dirty="0"/>
              <a:t>+</a:t>
            </a:r>
            <a:r>
              <a:rPr lang="ja-JP" altLang="en-US" dirty="0"/>
              <a:t>ラベル付与</a:t>
            </a:r>
            <a:endParaRPr lang="en-US" altLang="ja-JP" dirty="0"/>
          </a:p>
          <a:p>
            <a:pPr algn="ctr"/>
            <a:r>
              <a:rPr lang="en-US" altLang="ja-JP" dirty="0"/>
              <a:t>(GPT-4o)</a:t>
            </a: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36C17774-C069-82FF-6CAC-B488B3FA1627}"/>
              </a:ext>
            </a:extLst>
          </p:cNvPr>
          <p:cNvSpPr/>
          <p:nvPr/>
        </p:nvSpPr>
        <p:spPr>
          <a:xfrm>
            <a:off x="3228474" y="2723146"/>
            <a:ext cx="593557" cy="40105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47645D7A-3A20-B543-9C2D-0F4CAF106242}"/>
              </a:ext>
            </a:extLst>
          </p:cNvPr>
          <p:cNvSpPr/>
          <p:nvPr/>
        </p:nvSpPr>
        <p:spPr>
          <a:xfrm>
            <a:off x="6946231" y="2009269"/>
            <a:ext cx="1957138" cy="1411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③決定事項抽出</a:t>
            </a:r>
            <a:endParaRPr lang="en-US" altLang="ja-JP" dirty="0"/>
          </a:p>
          <a:p>
            <a:pPr algn="ctr"/>
            <a:r>
              <a:rPr lang="en-US" altLang="ja-JP" dirty="0"/>
              <a:t>(GPT-4o)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2B521E4E-212C-90F3-AC2F-C51954BACEB0}"/>
              </a:ext>
            </a:extLst>
          </p:cNvPr>
          <p:cNvSpPr/>
          <p:nvPr/>
        </p:nvSpPr>
        <p:spPr>
          <a:xfrm>
            <a:off x="6553200" y="2723146"/>
            <a:ext cx="593557" cy="40105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32BA4CC-EDD9-CB93-3A0B-11AF6D3058AB}"/>
              </a:ext>
            </a:extLst>
          </p:cNvPr>
          <p:cNvSpPr/>
          <p:nvPr/>
        </p:nvSpPr>
        <p:spPr>
          <a:xfrm>
            <a:off x="9055770" y="2013281"/>
            <a:ext cx="1957138" cy="1411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④テンプレ反映</a:t>
            </a:r>
            <a:endParaRPr lang="en-US" altLang="ja-JP" dirty="0"/>
          </a:p>
          <a:p>
            <a:pPr algn="ctr"/>
            <a:r>
              <a:rPr lang="en-US" altLang="ja-JP" dirty="0"/>
              <a:t>(Jinja2)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B3D3801C-6514-A10C-9E8F-F89F27567545}"/>
              </a:ext>
            </a:extLst>
          </p:cNvPr>
          <p:cNvSpPr/>
          <p:nvPr/>
        </p:nvSpPr>
        <p:spPr>
          <a:xfrm>
            <a:off x="8710864" y="2723146"/>
            <a:ext cx="593557" cy="40105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C1E18712-336F-2D9E-2062-E74DE09F360A}"/>
              </a:ext>
            </a:extLst>
          </p:cNvPr>
          <p:cNvSpPr/>
          <p:nvPr/>
        </p:nvSpPr>
        <p:spPr>
          <a:xfrm>
            <a:off x="4211051" y="3850097"/>
            <a:ext cx="1933074" cy="140769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中間</a:t>
            </a:r>
            <a:r>
              <a:rPr lang="en-US" altLang="ja-JP" dirty="0">
                <a:solidFill>
                  <a:schemeClr val="tx1"/>
                </a:solidFill>
              </a:rPr>
              <a:t>JSON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(</a:t>
            </a:r>
            <a:r>
              <a:rPr lang="ja-JP" altLang="en-US" dirty="0">
                <a:solidFill>
                  <a:schemeClr val="tx1"/>
                </a:solidFill>
              </a:rPr>
              <a:t>ラベル付与</a:t>
            </a:r>
            <a:r>
              <a:rPr lang="en-US" altLang="ja-JP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3C11580A-A882-CA6C-3545-9CBB919056B2}"/>
              </a:ext>
            </a:extLst>
          </p:cNvPr>
          <p:cNvSpPr/>
          <p:nvPr/>
        </p:nvSpPr>
        <p:spPr>
          <a:xfrm>
            <a:off x="6958263" y="3850097"/>
            <a:ext cx="1933074" cy="140769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決定事項</a:t>
            </a:r>
            <a:r>
              <a:rPr lang="en-US" altLang="ja-JP" dirty="0">
                <a:solidFill>
                  <a:schemeClr val="tx1"/>
                </a:solidFill>
              </a:rPr>
              <a:t>JSON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9B317F63-11DD-E489-F7A9-71D7373F1F7F}"/>
              </a:ext>
            </a:extLst>
          </p:cNvPr>
          <p:cNvSpPr/>
          <p:nvPr/>
        </p:nvSpPr>
        <p:spPr>
          <a:xfrm>
            <a:off x="9067802" y="3850097"/>
            <a:ext cx="1933074" cy="140769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要求仕様書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(Markdown)</a:t>
            </a: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8E442933-A9BF-92D6-D429-0FFFD88AB912}"/>
              </a:ext>
            </a:extLst>
          </p:cNvPr>
          <p:cNvSpPr/>
          <p:nvPr/>
        </p:nvSpPr>
        <p:spPr>
          <a:xfrm rot="5400000">
            <a:off x="4880809" y="3473115"/>
            <a:ext cx="593557" cy="401052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4F65793C-AE10-B83A-0DB1-E69D24BE2CC9}"/>
              </a:ext>
            </a:extLst>
          </p:cNvPr>
          <p:cNvSpPr/>
          <p:nvPr/>
        </p:nvSpPr>
        <p:spPr>
          <a:xfrm rot="5400000">
            <a:off x="7632029" y="3473116"/>
            <a:ext cx="593557" cy="401052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D76A771D-C3FD-A440-133A-CF7778BC0A09}"/>
              </a:ext>
            </a:extLst>
          </p:cNvPr>
          <p:cNvSpPr/>
          <p:nvPr/>
        </p:nvSpPr>
        <p:spPr>
          <a:xfrm rot="5400000">
            <a:off x="9737560" y="3473115"/>
            <a:ext cx="593557" cy="401052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996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3A447-4555-B9E2-3774-471029C7F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46FADDD9-B85B-EF6B-501D-7D5818010F4B}"/>
              </a:ext>
            </a:extLst>
          </p:cNvPr>
          <p:cNvSpPr/>
          <p:nvPr/>
        </p:nvSpPr>
        <p:spPr>
          <a:xfrm>
            <a:off x="6621376" y="856246"/>
            <a:ext cx="4818643" cy="514550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44CF546-EDF9-C0D9-D068-1AD7721F2AB7}"/>
              </a:ext>
            </a:extLst>
          </p:cNvPr>
          <p:cNvSpPr txBox="1"/>
          <p:nvPr/>
        </p:nvSpPr>
        <p:spPr>
          <a:xfrm>
            <a:off x="8146374" y="1360647"/>
            <a:ext cx="1662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/>
              <a:t>Phase 2</a:t>
            </a:r>
            <a:endParaRPr kumimoji="1" lang="ja-JP" altLang="en-US" sz="2800" b="1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673ACA7E-3643-CF65-E0FB-AA782168A6EA}"/>
              </a:ext>
            </a:extLst>
          </p:cNvPr>
          <p:cNvSpPr/>
          <p:nvPr/>
        </p:nvSpPr>
        <p:spPr>
          <a:xfrm>
            <a:off x="577516" y="856246"/>
            <a:ext cx="5823276" cy="514550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88F69AA-A90A-C89F-861C-691D3397D4AC}"/>
              </a:ext>
            </a:extLst>
          </p:cNvPr>
          <p:cNvSpPr/>
          <p:nvPr/>
        </p:nvSpPr>
        <p:spPr>
          <a:xfrm>
            <a:off x="770020" y="2388269"/>
            <a:ext cx="2261937" cy="1411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①議事録入力</a:t>
            </a:r>
            <a:endParaRPr lang="en-US" altLang="ja-JP" dirty="0"/>
          </a:p>
          <a:p>
            <a:pPr algn="ctr"/>
            <a:r>
              <a:rPr lang="en-US" altLang="ja-JP" dirty="0"/>
              <a:t>(JSON</a:t>
            </a:r>
            <a:r>
              <a:rPr lang="ja-JP" altLang="en-US" dirty="0"/>
              <a:t>ファイル</a:t>
            </a:r>
            <a:r>
              <a:rPr lang="en-US" altLang="ja-JP" dirty="0"/>
              <a:t>)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2C47FE2-ACDB-2AA1-D7E6-A44DF67098D7}"/>
              </a:ext>
            </a:extLst>
          </p:cNvPr>
          <p:cNvSpPr/>
          <p:nvPr/>
        </p:nvSpPr>
        <p:spPr>
          <a:xfrm>
            <a:off x="3184357" y="2388268"/>
            <a:ext cx="3152273" cy="14076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②</a:t>
            </a:r>
            <a:r>
              <a:rPr lang="en-US" altLang="ja-JP" dirty="0"/>
              <a:t>LLM</a:t>
            </a:r>
            <a:r>
              <a:rPr lang="ja-JP" altLang="en-US" dirty="0"/>
              <a:t>分類</a:t>
            </a:r>
            <a:r>
              <a:rPr lang="en-US" altLang="ja-JP" dirty="0"/>
              <a:t>+</a:t>
            </a:r>
            <a:r>
              <a:rPr lang="ja-JP" altLang="en-US" dirty="0"/>
              <a:t>ラベル付与</a:t>
            </a:r>
            <a:endParaRPr lang="en-US" altLang="ja-JP" dirty="0"/>
          </a:p>
          <a:p>
            <a:pPr algn="ctr"/>
            <a:r>
              <a:rPr lang="en-US" altLang="ja-JP" dirty="0"/>
              <a:t>(GPT-4o)</a:t>
            </a: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2911DD55-FCCE-1438-6134-0CCE5A1F1419}"/>
              </a:ext>
            </a:extLst>
          </p:cNvPr>
          <p:cNvSpPr/>
          <p:nvPr/>
        </p:nvSpPr>
        <p:spPr>
          <a:xfrm>
            <a:off x="2811379" y="3094120"/>
            <a:ext cx="593557" cy="40105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51D6A36C-FBF6-7A9D-4795-81F55B06A473}"/>
              </a:ext>
            </a:extLst>
          </p:cNvPr>
          <p:cNvSpPr/>
          <p:nvPr/>
        </p:nvSpPr>
        <p:spPr>
          <a:xfrm>
            <a:off x="6868018" y="2380243"/>
            <a:ext cx="1957138" cy="1411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③決定事項抽出</a:t>
            </a:r>
            <a:endParaRPr lang="en-US" altLang="ja-JP" dirty="0"/>
          </a:p>
          <a:p>
            <a:pPr algn="ctr"/>
            <a:r>
              <a:rPr lang="en-US" altLang="ja-JP" dirty="0"/>
              <a:t>(GPT-4o)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6A3E12D2-8D39-AD71-1816-4A5A80532DD8}"/>
              </a:ext>
            </a:extLst>
          </p:cNvPr>
          <p:cNvSpPr/>
          <p:nvPr/>
        </p:nvSpPr>
        <p:spPr>
          <a:xfrm>
            <a:off x="6136105" y="3094120"/>
            <a:ext cx="986590" cy="40105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1F8D8C3-8D27-A9EE-F8A8-CEFA8025EE53}"/>
              </a:ext>
            </a:extLst>
          </p:cNvPr>
          <p:cNvSpPr/>
          <p:nvPr/>
        </p:nvSpPr>
        <p:spPr>
          <a:xfrm>
            <a:off x="8977557" y="2384255"/>
            <a:ext cx="1957138" cy="14117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④テンプレ反映</a:t>
            </a:r>
            <a:endParaRPr lang="en-US" altLang="ja-JP" dirty="0"/>
          </a:p>
          <a:p>
            <a:pPr algn="ctr"/>
            <a:r>
              <a:rPr lang="en-US" altLang="ja-JP" dirty="0"/>
              <a:t>(Jinja2)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47937B57-DC23-1C87-2B30-6F7E7852203E}"/>
              </a:ext>
            </a:extLst>
          </p:cNvPr>
          <p:cNvSpPr/>
          <p:nvPr/>
        </p:nvSpPr>
        <p:spPr>
          <a:xfrm>
            <a:off x="8632651" y="3094120"/>
            <a:ext cx="593557" cy="40105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4C60227B-07E7-2091-182A-9FF412F155FD}"/>
              </a:ext>
            </a:extLst>
          </p:cNvPr>
          <p:cNvSpPr/>
          <p:nvPr/>
        </p:nvSpPr>
        <p:spPr>
          <a:xfrm>
            <a:off x="3793956" y="4221071"/>
            <a:ext cx="1933074" cy="14076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中間</a:t>
            </a:r>
            <a:r>
              <a:rPr lang="en-US" altLang="ja-JP" dirty="0">
                <a:solidFill>
                  <a:schemeClr val="tx1"/>
                </a:solidFill>
              </a:rPr>
              <a:t>JSON</a:t>
            </a: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(</a:t>
            </a:r>
            <a:r>
              <a:rPr lang="ja-JP" altLang="en-US" dirty="0">
                <a:solidFill>
                  <a:schemeClr val="tx1"/>
                </a:solidFill>
              </a:rPr>
              <a:t>ラベル付与</a:t>
            </a:r>
            <a:r>
              <a:rPr lang="en-US" altLang="ja-JP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C417A335-ACD7-697D-34DD-15CEE82ED682}"/>
              </a:ext>
            </a:extLst>
          </p:cNvPr>
          <p:cNvSpPr/>
          <p:nvPr/>
        </p:nvSpPr>
        <p:spPr>
          <a:xfrm>
            <a:off x="6880050" y="4221071"/>
            <a:ext cx="1933074" cy="14076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決定事項</a:t>
            </a:r>
            <a:r>
              <a:rPr lang="en-US" altLang="ja-JP" dirty="0">
                <a:solidFill>
                  <a:schemeClr val="tx1"/>
                </a:solidFill>
              </a:rPr>
              <a:t>JSON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A35EAF6F-2930-ED67-9685-6CDFA4522BB8}"/>
              </a:ext>
            </a:extLst>
          </p:cNvPr>
          <p:cNvSpPr/>
          <p:nvPr/>
        </p:nvSpPr>
        <p:spPr>
          <a:xfrm>
            <a:off x="8989589" y="4221071"/>
            <a:ext cx="1933074" cy="140769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要求仕様書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(Markdown)</a:t>
            </a: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51739B2B-C256-99E1-49ED-095962BBB5F7}"/>
              </a:ext>
            </a:extLst>
          </p:cNvPr>
          <p:cNvSpPr/>
          <p:nvPr/>
        </p:nvSpPr>
        <p:spPr>
          <a:xfrm rot="5400000">
            <a:off x="4463714" y="3844089"/>
            <a:ext cx="593557" cy="401052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8A765ABC-7BE8-6561-9612-FC4FE37068EB}"/>
              </a:ext>
            </a:extLst>
          </p:cNvPr>
          <p:cNvSpPr/>
          <p:nvPr/>
        </p:nvSpPr>
        <p:spPr>
          <a:xfrm rot="5400000">
            <a:off x="7553816" y="3844090"/>
            <a:ext cx="593557" cy="401052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BE035866-C91D-7614-064D-7A3F961C1EA6}"/>
              </a:ext>
            </a:extLst>
          </p:cNvPr>
          <p:cNvSpPr/>
          <p:nvPr/>
        </p:nvSpPr>
        <p:spPr>
          <a:xfrm rot="5400000">
            <a:off x="9659347" y="3844089"/>
            <a:ext cx="593557" cy="401052"/>
          </a:xfrm>
          <a:prstGeom prst="rightArrow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E73779-FD9B-2327-66C3-FAB7FD5E0CAD}"/>
              </a:ext>
            </a:extLst>
          </p:cNvPr>
          <p:cNvSpPr txBox="1"/>
          <p:nvPr/>
        </p:nvSpPr>
        <p:spPr>
          <a:xfrm>
            <a:off x="2614862" y="1360647"/>
            <a:ext cx="1580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/>
              <a:t>Phase</a:t>
            </a:r>
            <a:r>
              <a:rPr kumimoji="1" lang="ja-JP" altLang="en-US" sz="2800" b="1" dirty="0"/>
              <a:t> </a:t>
            </a:r>
            <a:r>
              <a:rPr kumimoji="1" lang="en-US" altLang="ja-JP" sz="2800" b="1" dirty="0"/>
              <a:t>1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65302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90</Words>
  <Application>Microsoft Office PowerPoint</Application>
  <PresentationFormat>ワイド画面</PresentationFormat>
  <Paragraphs>28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琉斗 飯田</dc:creator>
  <cp:lastModifiedBy>琉斗 飯田</cp:lastModifiedBy>
  <cp:revision>1</cp:revision>
  <dcterms:created xsi:type="dcterms:W3CDTF">2026-02-04T05:28:45Z</dcterms:created>
  <dcterms:modified xsi:type="dcterms:W3CDTF">2026-02-05T02:13:07Z</dcterms:modified>
</cp:coreProperties>
</file>